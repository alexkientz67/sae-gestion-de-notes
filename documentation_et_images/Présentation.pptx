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48"/>
  </p:normalViewPr>
  <p:slideViewPr>
    <p:cSldViewPr snapToGrid="0">
      <p:cViewPr>
        <p:scale>
          <a:sx n="109" d="100"/>
          <a:sy n="109" d="100"/>
        </p:scale>
        <p:origin x="7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DF7FAB-9365-66F7-D202-A387019B98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err="1"/>
              <a:t>Sae</a:t>
            </a:r>
            <a:r>
              <a:rPr lang="fr-FR" b="1" dirty="0"/>
              <a:t> 2.03 </a:t>
            </a:r>
            <a:r>
              <a:rPr lang="fr-FR" dirty="0"/>
              <a:t>- Mettre en place une solution informatique pour l’entreprise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EEBBBF5-87AF-AA7F-0977-9C96F89B1B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KIENTZ Alexandre – SITVOSKYI ILLIA – ALTINOK Quentin</a:t>
            </a:r>
          </a:p>
        </p:txBody>
      </p:sp>
    </p:spTree>
    <p:extLst>
      <p:ext uri="{BB962C8B-B14F-4D97-AF65-F5344CB8AC3E}">
        <p14:creationId xmlns:p14="http://schemas.microsoft.com/office/powerpoint/2010/main" val="2488961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00541E-8593-EFA3-E7C2-4D6D24EEC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CEC1E0-48E5-A3BF-8D73-884782A23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Explication de notre sujet</a:t>
            </a:r>
          </a:p>
          <a:p>
            <a:r>
              <a:rPr lang="fr-FR" dirty="0"/>
              <a:t>Répartition des tâches</a:t>
            </a:r>
          </a:p>
          <a:p>
            <a:r>
              <a:rPr lang="fr-FR" dirty="0"/>
              <a:t>Les technologies utilisées</a:t>
            </a:r>
          </a:p>
          <a:p>
            <a:r>
              <a:rPr lang="fr-FR" dirty="0"/>
              <a:t>Notre base de données</a:t>
            </a:r>
          </a:p>
          <a:p>
            <a:r>
              <a:rPr lang="fr-FR" dirty="0"/>
              <a:t>Présentation du projet</a:t>
            </a:r>
          </a:p>
        </p:txBody>
      </p:sp>
    </p:spTree>
    <p:extLst>
      <p:ext uri="{BB962C8B-B14F-4D97-AF65-F5344CB8AC3E}">
        <p14:creationId xmlns:p14="http://schemas.microsoft.com/office/powerpoint/2010/main" val="310729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CD4E9D-6B1F-1628-D6D2-F3985DD67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 de notre sujet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A16345-8644-E5F5-A16E-8FAD09D2D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Objectif : créer une application web de gestion des notes des étudiants.</a:t>
            </a:r>
          </a:p>
          <a:p>
            <a:r>
              <a:rPr lang="fr-FR" dirty="0"/>
              <a:t>Public visé : administration, enseignants, étudiants.</a:t>
            </a:r>
          </a:p>
          <a:p>
            <a:r>
              <a:rPr lang="fr-FR" dirty="0"/>
              <a:t>Fonctionnalités principales :</a:t>
            </a:r>
          </a:p>
          <a:p>
            <a:pPr marL="0" indent="0">
              <a:buNone/>
            </a:pPr>
            <a:r>
              <a:rPr lang="fr-FR" dirty="0"/>
              <a:t>	- Gestion des étudiants, enseignants, UE, ressources, notes, examens.</a:t>
            </a:r>
          </a:p>
          <a:p>
            <a:pPr marL="0" indent="0">
              <a:buNone/>
            </a:pPr>
            <a:r>
              <a:rPr lang="fr-FR" dirty="0"/>
              <a:t>	- Génération de relevés de notes</a:t>
            </a:r>
          </a:p>
        </p:txBody>
      </p:sp>
    </p:spTree>
    <p:extLst>
      <p:ext uri="{BB962C8B-B14F-4D97-AF65-F5344CB8AC3E}">
        <p14:creationId xmlns:p14="http://schemas.microsoft.com/office/powerpoint/2010/main" val="833422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8" name="Rectangle 1077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9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0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6EDF5FE-F4D9-997B-257B-2283B224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2383063"/>
            <a:ext cx="2851417" cy="1478570"/>
          </a:xfrm>
        </p:spPr>
        <p:txBody>
          <a:bodyPr>
            <a:normAutofit/>
          </a:bodyPr>
          <a:lstStyle/>
          <a:p>
            <a:r>
              <a:rPr lang="fr-FR" sz="3200" dirty="0">
                <a:solidFill>
                  <a:srgbClr val="FFFFFF"/>
                </a:solidFill>
              </a:rPr>
              <a:t>Répartition des tâches</a:t>
            </a:r>
          </a:p>
        </p:txBody>
      </p:sp>
      <p:grpSp>
        <p:nvGrpSpPr>
          <p:cNvPr id="1081" name="Group 1038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82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3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4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5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6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7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8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9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0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1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2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3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94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5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6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7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8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9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0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1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2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3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4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5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6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7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8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A5C3E5-D9E5-EFAC-BF7B-A1E5F0556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5193" y="998538"/>
            <a:ext cx="7653036" cy="504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3050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D994C3-A237-7110-25CB-1AF210B50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technologies utilisées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7BD316-1745-40EA-8D1C-5B4EACA4D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465" y="2105190"/>
            <a:ext cx="4780597" cy="100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jango logo and symbol, meaning, history, PNG">
            <a:extLst>
              <a:ext uri="{FF2B5EF4-FFF2-40B4-BE49-F238E27FC236}">
                <a16:creationId xmlns:a16="http://schemas.microsoft.com/office/drawing/2014/main" id="{62B7E3AE-3003-AD1B-DC91-7E991ADDF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637" y="3429000"/>
            <a:ext cx="3162418" cy="1976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291496B9-7E83-1C54-41FF-B522704B3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992" y="1977309"/>
            <a:ext cx="5214425" cy="114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MariaDB - Guide Logiciel-Libre">
            <a:extLst>
              <a:ext uri="{FF2B5EF4-FFF2-40B4-BE49-F238E27FC236}">
                <a16:creationId xmlns:a16="http://schemas.microsoft.com/office/drawing/2014/main" id="{B08D0D11-D9D1-4967-68B8-867B15CD9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436" y="3117965"/>
            <a:ext cx="2653128" cy="265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072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1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084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85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86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87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88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89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90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91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92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93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94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95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96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97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98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99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00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01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02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03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04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05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06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07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08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09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10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11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12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13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14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15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16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17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18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19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20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21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22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23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24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25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26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27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28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29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30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31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32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33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34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35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36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37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3FC0BE2-004B-A111-01FB-F5FF14DF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4" y="4141693"/>
            <a:ext cx="8791575" cy="13016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Notre base de données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62D1EE0-2A23-A2DE-7C3A-23856E5A3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55254" y="287859"/>
            <a:ext cx="8093671" cy="4228942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540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B7D4B16D-600A-41A1-8B1B-3727C56C0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E7C35E0-BD19-4AFC-81BF-7A7507E9C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60000"/>
            </a:schemeClr>
          </a:solidFill>
          <a:effectLst/>
        </p:grpSpPr>
        <p:sp>
          <p:nvSpPr>
            <p:cNvPr id="68" name="Rectangle 5">
              <a:extLst>
                <a:ext uri="{FF2B5EF4-FFF2-40B4-BE49-F238E27FC236}">
                  <a16:creationId xmlns:a16="http://schemas.microsoft.com/office/drawing/2014/main" id="{1E08D20A-3975-4596-85C6-D46799586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Freeform 6">
              <a:extLst>
                <a:ext uri="{FF2B5EF4-FFF2-40B4-BE49-F238E27FC236}">
                  <a16:creationId xmlns:a16="http://schemas.microsoft.com/office/drawing/2014/main" id="{630A9349-BFE4-4720-A229-98DCD3B6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28487744-BBC9-4D40-85B3-0D45003C3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1" name="Rectangle 8">
              <a:extLst>
                <a:ext uri="{FF2B5EF4-FFF2-40B4-BE49-F238E27FC236}">
                  <a16:creationId xmlns:a16="http://schemas.microsoft.com/office/drawing/2014/main" id="{FAD6EF4D-97BD-46B4-9B5B-CD70971D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210DCC42-11D2-4162-B47A-869B3F669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DE4880D6-6ECE-4F1B-B474-FE3940D04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Freeform 11">
              <a:extLst>
                <a:ext uri="{FF2B5EF4-FFF2-40B4-BE49-F238E27FC236}">
                  <a16:creationId xmlns:a16="http://schemas.microsoft.com/office/drawing/2014/main" id="{A1A39307-F675-49D2-9E45-28DA2AB5C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Freeform 12">
              <a:extLst>
                <a:ext uri="{FF2B5EF4-FFF2-40B4-BE49-F238E27FC236}">
                  <a16:creationId xmlns:a16="http://schemas.microsoft.com/office/drawing/2014/main" id="{AC5E23C5-C5D6-4BC3-9531-C0B2D7D29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4D3FC0A7-9672-4B19-8D54-71C3B39F7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9911D04C-3FFB-4D1E-8F59-5C02692E3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Freeform 15">
              <a:extLst>
                <a:ext uri="{FF2B5EF4-FFF2-40B4-BE49-F238E27FC236}">
                  <a16:creationId xmlns:a16="http://schemas.microsoft.com/office/drawing/2014/main" id="{A0178C8F-EF32-4F3D-B022-60A7DE136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EEB2DD25-DE0D-48CE-8218-E4EF12273A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0" name="Freeform 17">
              <a:extLst>
                <a:ext uri="{FF2B5EF4-FFF2-40B4-BE49-F238E27FC236}">
                  <a16:creationId xmlns:a16="http://schemas.microsoft.com/office/drawing/2014/main" id="{13C92E55-66CB-48F7-BF28-5D8ED146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Freeform 18">
              <a:extLst>
                <a:ext uri="{FF2B5EF4-FFF2-40B4-BE49-F238E27FC236}">
                  <a16:creationId xmlns:a16="http://schemas.microsoft.com/office/drawing/2014/main" id="{CB0B6C7B-4820-48AB-92AF-896559F00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Freeform 19">
              <a:extLst>
                <a:ext uri="{FF2B5EF4-FFF2-40B4-BE49-F238E27FC236}">
                  <a16:creationId xmlns:a16="http://schemas.microsoft.com/office/drawing/2014/main" id="{2018EECD-4518-458F-989E-6FCAE5AE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1FB0915F-3C52-468A-87E7-F3EE381DA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7B184771-5A8E-4ED5-9179-24B19F26C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Freeform 22">
              <a:extLst>
                <a:ext uri="{FF2B5EF4-FFF2-40B4-BE49-F238E27FC236}">
                  <a16:creationId xmlns:a16="http://schemas.microsoft.com/office/drawing/2014/main" id="{BC5162D1-D64C-4FBA-BE86-11B27A743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Freeform 23">
              <a:extLst>
                <a:ext uri="{FF2B5EF4-FFF2-40B4-BE49-F238E27FC236}">
                  <a16:creationId xmlns:a16="http://schemas.microsoft.com/office/drawing/2014/main" id="{9EFF345C-6A58-4123-B2D1-2ED9E3691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7" name="Freeform 24">
              <a:extLst>
                <a:ext uri="{FF2B5EF4-FFF2-40B4-BE49-F238E27FC236}">
                  <a16:creationId xmlns:a16="http://schemas.microsoft.com/office/drawing/2014/main" id="{03CE89F7-AE1C-4370-920E-EE04C4124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Freeform 25">
              <a:extLst>
                <a:ext uri="{FF2B5EF4-FFF2-40B4-BE49-F238E27FC236}">
                  <a16:creationId xmlns:a16="http://schemas.microsoft.com/office/drawing/2014/main" id="{D6E298F6-F99D-49EF-B614-24D2179C2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Freeform 26">
              <a:extLst>
                <a:ext uri="{FF2B5EF4-FFF2-40B4-BE49-F238E27FC236}">
                  <a16:creationId xmlns:a16="http://schemas.microsoft.com/office/drawing/2014/main" id="{2424FD35-451D-468C-9EB2-8DA350C12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0" name="Freeform 27">
              <a:extLst>
                <a:ext uri="{FF2B5EF4-FFF2-40B4-BE49-F238E27FC236}">
                  <a16:creationId xmlns:a16="http://schemas.microsoft.com/office/drawing/2014/main" id="{45BC0C6F-B91F-42CC-9046-522FE8223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Freeform 28">
              <a:extLst>
                <a:ext uri="{FF2B5EF4-FFF2-40B4-BE49-F238E27FC236}">
                  <a16:creationId xmlns:a16="http://schemas.microsoft.com/office/drawing/2014/main" id="{F88AFBEE-A8B5-4B18-B834-5269F6C13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Freeform 29">
              <a:extLst>
                <a:ext uri="{FF2B5EF4-FFF2-40B4-BE49-F238E27FC236}">
                  <a16:creationId xmlns:a16="http://schemas.microsoft.com/office/drawing/2014/main" id="{64B0F493-EC69-4C85-87D4-287628231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3" name="Freeform 30">
              <a:extLst>
                <a:ext uri="{FF2B5EF4-FFF2-40B4-BE49-F238E27FC236}">
                  <a16:creationId xmlns:a16="http://schemas.microsoft.com/office/drawing/2014/main" id="{09920E7F-979C-40F6-8FB1-791325A4A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Freeform 31">
              <a:extLst>
                <a:ext uri="{FF2B5EF4-FFF2-40B4-BE49-F238E27FC236}">
                  <a16:creationId xmlns:a16="http://schemas.microsoft.com/office/drawing/2014/main" id="{1387BCC3-D7BF-443E-B18C-87B696E64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Freeform 32">
              <a:extLst>
                <a:ext uri="{FF2B5EF4-FFF2-40B4-BE49-F238E27FC236}">
                  <a16:creationId xmlns:a16="http://schemas.microsoft.com/office/drawing/2014/main" id="{F1C0670D-9FA2-48D7-AFDB-4438ECC3E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Rectangle 33">
              <a:extLst>
                <a:ext uri="{FF2B5EF4-FFF2-40B4-BE49-F238E27FC236}">
                  <a16:creationId xmlns:a16="http://schemas.microsoft.com/office/drawing/2014/main" id="{34088C0C-CAD1-4E66-A162-1D7020365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Freeform 34">
              <a:extLst>
                <a:ext uri="{FF2B5EF4-FFF2-40B4-BE49-F238E27FC236}">
                  <a16:creationId xmlns:a16="http://schemas.microsoft.com/office/drawing/2014/main" id="{B8C224A6-72B4-4763-B708-65A321D0D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Freeform 35">
              <a:extLst>
                <a:ext uri="{FF2B5EF4-FFF2-40B4-BE49-F238E27FC236}">
                  <a16:creationId xmlns:a16="http://schemas.microsoft.com/office/drawing/2014/main" id="{2EE3A964-523C-470B-8B10-09053452C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Freeform 36">
              <a:extLst>
                <a:ext uri="{FF2B5EF4-FFF2-40B4-BE49-F238E27FC236}">
                  <a16:creationId xmlns:a16="http://schemas.microsoft.com/office/drawing/2014/main" id="{1B87487E-C0EA-4E2A-8FC0-3D4C4F017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Freeform 37">
              <a:extLst>
                <a:ext uri="{FF2B5EF4-FFF2-40B4-BE49-F238E27FC236}">
                  <a16:creationId xmlns:a16="http://schemas.microsoft.com/office/drawing/2014/main" id="{D8B57E7E-D885-4A0B-BBA0-E3BC3A68C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Freeform 38">
              <a:extLst>
                <a:ext uri="{FF2B5EF4-FFF2-40B4-BE49-F238E27FC236}">
                  <a16:creationId xmlns:a16="http://schemas.microsoft.com/office/drawing/2014/main" id="{6FB84573-B84B-4571-A6E5-91CD308E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Freeform 39">
              <a:extLst>
                <a:ext uri="{FF2B5EF4-FFF2-40B4-BE49-F238E27FC236}">
                  <a16:creationId xmlns:a16="http://schemas.microsoft.com/office/drawing/2014/main" id="{7EE5EE00-E139-4AB9-ACFC-5E39CFA95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Freeform 40">
              <a:extLst>
                <a:ext uri="{FF2B5EF4-FFF2-40B4-BE49-F238E27FC236}">
                  <a16:creationId xmlns:a16="http://schemas.microsoft.com/office/drawing/2014/main" id="{5A38A6AA-6753-4EFE-94BB-96DF73975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4" name="Freeform 41">
              <a:extLst>
                <a:ext uri="{FF2B5EF4-FFF2-40B4-BE49-F238E27FC236}">
                  <a16:creationId xmlns:a16="http://schemas.microsoft.com/office/drawing/2014/main" id="{506AB599-570B-4547-97F4-F2C672301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Freeform 42">
              <a:extLst>
                <a:ext uri="{FF2B5EF4-FFF2-40B4-BE49-F238E27FC236}">
                  <a16:creationId xmlns:a16="http://schemas.microsoft.com/office/drawing/2014/main" id="{9AFDEA1E-DBAB-4507-8D36-786F19A85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Freeform 43">
              <a:extLst>
                <a:ext uri="{FF2B5EF4-FFF2-40B4-BE49-F238E27FC236}">
                  <a16:creationId xmlns:a16="http://schemas.microsoft.com/office/drawing/2014/main" id="{C824D6F7-0BDF-4C8C-869D-BDDEB0764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Freeform 44">
              <a:extLst>
                <a:ext uri="{FF2B5EF4-FFF2-40B4-BE49-F238E27FC236}">
                  <a16:creationId xmlns:a16="http://schemas.microsoft.com/office/drawing/2014/main" id="{6953C491-AE0F-4D2B-9474-18D5E8B5D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Rectangle 45">
              <a:extLst>
                <a:ext uri="{FF2B5EF4-FFF2-40B4-BE49-F238E27FC236}">
                  <a16:creationId xmlns:a16="http://schemas.microsoft.com/office/drawing/2014/main" id="{5B956350-9BDD-4090-B2B6-12C13D1CE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Freeform 46">
              <a:extLst>
                <a:ext uri="{FF2B5EF4-FFF2-40B4-BE49-F238E27FC236}">
                  <a16:creationId xmlns:a16="http://schemas.microsoft.com/office/drawing/2014/main" id="{ECE31E80-E354-44C3-81E0-4E3E41DDF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" name="Freeform 47">
              <a:extLst>
                <a:ext uri="{FF2B5EF4-FFF2-40B4-BE49-F238E27FC236}">
                  <a16:creationId xmlns:a16="http://schemas.microsoft.com/office/drawing/2014/main" id="{9DFA35DB-5360-405A-A7EB-064E51FBC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Freeform 48">
              <a:extLst>
                <a:ext uri="{FF2B5EF4-FFF2-40B4-BE49-F238E27FC236}">
                  <a16:creationId xmlns:a16="http://schemas.microsoft.com/office/drawing/2014/main" id="{2DA499BD-4313-4AD1-BE87-4BEF50FEC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2" name="Freeform 49">
              <a:extLst>
                <a:ext uri="{FF2B5EF4-FFF2-40B4-BE49-F238E27FC236}">
                  <a16:creationId xmlns:a16="http://schemas.microsoft.com/office/drawing/2014/main" id="{680E4C6D-12D1-417A-A709-EC416D98F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3" name="Freeform 50">
              <a:extLst>
                <a:ext uri="{FF2B5EF4-FFF2-40B4-BE49-F238E27FC236}">
                  <a16:creationId xmlns:a16="http://schemas.microsoft.com/office/drawing/2014/main" id="{C93537B4-09B6-4CC6-92DE-3D3BDAC7A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4" name="Freeform 51">
              <a:extLst>
                <a:ext uri="{FF2B5EF4-FFF2-40B4-BE49-F238E27FC236}">
                  <a16:creationId xmlns:a16="http://schemas.microsoft.com/office/drawing/2014/main" id="{5D100FC5-9EA8-4DA7-AFA4-BC60831FD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5" name="Freeform 52">
              <a:extLst>
                <a:ext uri="{FF2B5EF4-FFF2-40B4-BE49-F238E27FC236}">
                  <a16:creationId xmlns:a16="http://schemas.microsoft.com/office/drawing/2014/main" id="{3F10D757-6A3B-4314-9755-419B3738E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6" name="Freeform 53">
              <a:extLst>
                <a:ext uri="{FF2B5EF4-FFF2-40B4-BE49-F238E27FC236}">
                  <a16:creationId xmlns:a16="http://schemas.microsoft.com/office/drawing/2014/main" id="{28A4D881-D08B-4AAF-866D-7C3160112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7" name="Freeform 54">
              <a:extLst>
                <a:ext uri="{FF2B5EF4-FFF2-40B4-BE49-F238E27FC236}">
                  <a16:creationId xmlns:a16="http://schemas.microsoft.com/office/drawing/2014/main" id="{A666F3F8-571E-483F-9B9F-31EDB91A9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8" name="Freeform 55">
              <a:extLst>
                <a:ext uri="{FF2B5EF4-FFF2-40B4-BE49-F238E27FC236}">
                  <a16:creationId xmlns:a16="http://schemas.microsoft.com/office/drawing/2014/main" id="{18305C0F-0A00-450D-92A1-313C72439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9" name="Freeform 56">
              <a:extLst>
                <a:ext uri="{FF2B5EF4-FFF2-40B4-BE49-F238E27FC236}">
                  <a16:creationId xmlns:a16="http://schemas.microsoft.com/office/drawing/2014/main" id="{9A5635D8-CCB7-4D16-BB87-B1BC1AC97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0" name="Freeform 57">
              <a:extLst>
                <a:ext uri="{FF2B5EF4-FFF2-40B4-BE49-F238E27FC236}">
                  <a16:creationId xmlns:a16="http://schemas.microsoft.com/office/drawing/2014/main" id="{7C10A784-B5EE-4486-96E7-3CC72B93A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1" name="Freeform 58">
              <a:extLst>
                <a:ext uri="{FF2B5EF4-FFF2-40B4-BE49-F238E27FC236}">
                  <a16:creationId xmlns:a16="http://schemas.microsoft.com/office/drawing/2014/main" id="{AE5FA7CA-916C-4A34-A727-E0289D891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123" name="Picture 2">
            <a:extLst>
              <a:ext uri="{FF2B5EF4-FFF2-40B4-BE49-F238E27FC236}">
                <a16:creationId xmlns:a16="http://schemas.microsoft.com/office/drawing/2014/main" id="{51039561-92F9-40EE-900B-6AA0F580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9525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9E466B5-9F33-0EE7-AE5E-8C1FB8ECE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3" y="1122363"/>
            <a:ext cx="4527929" cy="4287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600" dirty="0" err="1"/>
              <a:t>Présentation</a:t>
            </a:r>
            <a:r>
              <a:rPr lang="en-US" sz="5600" dirty="0"/>
              <a:t> du </a:t>
            </a:r>
            <a:r>
              <a:rPr lang="en-US" sz="5600" dirty="0" err="1"/>
              <a:t>projet</a:t>
            </a:r>
            <a:endParaRPr lang="en-US" sz="5600" dirty="0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D902DA06-324A-48CE-8C20-94535480A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133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347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17</TotalTime>
  <Words>102</Words>
  <Application>Microsoft Macintosh PowerPoint</Application>
  <PresentationFormat>Grand écran</PresentationFormat>
  <Paragraphs>18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</vt:lpstr>
      <vt:lpstr>Sae 2.03 - Mettre en place une solution informatique pour l’entreprise</vt:lpstr>
      <vt:lpstr>Sommaire</vt:lpstr>
      <vt:lpstr>Explication de notre sujet</vt:lpstr>
      <vt:lpstr>Répartition des tâches</vt:lpstr>
      <vt:lpstr>Les technologies utilisées</vt:lpstr>
      <vt:lpstr>Notre base de données</vt:lpstr>
      <vt:lpstr>Présentation du projet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KIENTZ</dc:creator>
  <cp:lastModifiedBy>Alexandre KIENTZ</cp:lastModifiedBy>
  <cp:revision>1</cp:revision>
  <dcterms:created xsi:type="dcterms:W3CDTF">2026-06-10T13:46:59Z</dcterms:created>
  <dcterms:modified xsi:type="dcterms:W3CDTF">2026-06-10T14:04:46Z</dcterms:modified>
</cp:coreProperties>
</file>